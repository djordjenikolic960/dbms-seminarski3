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22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21" Type="http://schemas.openxmlformats.org/officeDocument/2006/relationships/font" Target="fonts/ProximaNov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dbf0d5b0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dbf0d5b0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dbf0d5b0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dbf0d5b0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dbf0d5b0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dbf0d5b0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253e861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253e861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253e8610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e253e8610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e253e8610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e253e8610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dc5fa78bf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dc5fa78bf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c5fa78bf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c5fa78bf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e253e8610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e253e8610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c5fa78bf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c5fa78bf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e253e86103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e253e8610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e253e8610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e253e8610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dbf0d5b0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dbf0d5b0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52975" y="1188925"/>
            <a:ext cx="75846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baze podataka na </a:t>
            </a:r>
            <a:r>
              <a:rPr lang="en-GB"/>
              <a:t>primeru Firebase Realtime Database baze podataka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815477" y="374262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Mentor: Prof. dr Aleksandar Stanimirović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Student: Đorđe Nikolić 1236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Sadržaj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91150" y="1443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Cloud baze podataka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Firebase baza podataka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Sigurnost Firebase baze podataka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Praćenje performanse </a:t>
            </a:r>
            <a:r>
              <a:rPr lang="en-GB" sz="2200"/>
              <a:t>Firebase baze podataka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Ograničenja Firebase baze podataka</a:t>
            </a:r>
            <a:endParaRPr sz="22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56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baze podataka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41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>
                <a:highlight>
                  <a:srgbClr val="F8F9FA"/>
                </a:highlight>
              </a:rPr>
              <a:t>Primarni modeli primene baze podataka u oblaku:</a:t>
            </a:r>
            <a:endParaRPr sz="2200">
              <a:highlight>
                <a:srgbClr val="F8F9FA"/>
              </a:highlight>
            </a:endParaRPr>
          </a:p>
          <a:p>
            <a:pPr indent="-3683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>
                <a:highlight>
                  <a:srgbClr val="F8F9FA"/>
                </a:highlight>
              </a:rPr>
              <a:t>Tradicionalna baza</a:t>
            </a:r>
            <a:endParaRPr sz="2200">
              <a:highlight>
                <a:srgbClr val="F8F9FA"/>
              </a:highlight>
            </a:endParaRPr>
          </a:p>
          <a:p>
            <a:pPr indent="-3683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>
                <a:highlight>
                  <a:srgbClr val="F8F9FA"/>
                </a:highlight>
              </a:rPr>
              <a:t>Baza podataka kao usluga(DBaaS)</a:t>
            </a:r>
            <a:endParaRPr sz="2200">
              <a:highlight>
                <a:srgbClr val="F8F9FA"/>
              </a:highlight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highlight>
                <a:srgbClr val="F8F9FA"/>
              </a:highlight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baze podataka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8F9FA"/>
                </a:highlight>
              </a:rPr>
              <a:t>Prednosti korišćenja cloud baze podataka: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Poboljšanu agilnost i inovativnost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Brže vreme do tržišta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Smanjenje rizika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Smanjenje troškova</a:t>
            </a:r>
            <a:endParaRPr sz="20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Firebase baza podataka u realnom vremenu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191150" y="1443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NoSQL baza podataka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Svi klijenti dele jednu instancu baze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Sinhronizacija podataka među korisnicima je zasnovana na događajima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Mogućnost provera autentičnosti korisnika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Osobine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Prednosti: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Laka za korišćenje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Poseduje sigurnosna pravila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Ostaje u funkciji čak i bez internet konekcije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Nije potrebno konfigurisati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Nedostaci: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Jedna je od retkih baza koje podatke čuvaju u JSON formatu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Ograničena mogućnost upita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Ograničena mogućnost indeksiranja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Ne poseduje mogućnost agregacije skupa podataka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Sigurnost Firebase baze podataka 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Sigurnosna pravila o</a:t>
            </a:r>
            <a:r>
              <a:rPr lang="en-GB" sz="2000">
                <a:highlight>
                  <a:srgbClr val="F8F9FA"/>
                </a:highlight>
              </a:rPr>
              <a:t>mogućavaju kontrolu pristupa podacima u bazi podataka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Pravila su definisana odvojeno od logike aplikacije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Tri vrste pravila za primenu sigurnosti (read, write, validate)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Primenjuju se atomično</a:t>
            </a:r>
            <a:endParaRPr sz="20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Sigurnosna pravila - struktuiranje 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200" y="1152475"/>
            <a:ext cx="6513599" cy="2009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200" y="3161501"/>
            <a:ext cx="6513599" cy="14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Filtriranje sigurnosnih pravila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36375"/>
            <a:ext cx="8520600" cy="244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Autentifikacija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8F9FA"/>
                </a:highlight>
              </a:rPr>
              <a:t>Načini provere autentičnosti: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E-mail adresa i lozinka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Integracija federalnog dobavljača identiteta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Putem sms poruke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Integracija prilagođenog sistema 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Anonimna autorizacija</a:t>
            </a:r>
            <a:endParaRPr sz="20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34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800"/>
              </a:spcBef>
              <a:spcAft>
                <a:spcPts val="600"/>
              </a:spcAft>
              <a:buSzPts val="990"/>
              <a:buNone/>
            </a:pPr>
            <a:r>
              <a:rPr lang="en-GB" sz="2540">
                <a:solidFill>
                  <a:srgbClr val="000000"/>
                </a:solidFill>
              </a:rPr>
              <a:t>Šifriranje - š</a:t>
            </a:r>
            <a:r>
              <a:rPr lang="en-GB" sz="2540">
                <a:solidFill>
                  <a:srgbClr val="000000"/>
                </a:solidFill>
              </a:rPr>
              <a:t>ifriranje na sloju sistema za skladištenje</a:t>
            </a:r>
            <a:endParaRPr sz="3620"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800"/>
              </a:spcBef>
              <a:spcAft>
                <a:spcPts val="600"/>
              </a:spcAft>
              <a:buClr>
                <a:srgbClr val="000000"/>
              </a:buClr>
              <a:buSzPct val="38976"/>
              <a:buFont typeface="Arial"/>
              <a:buNone/>
            </a:pPr>
            <a:r>
              <a:rPr lang="en-GB" sz="2540">
                <a:solidFill>
                  <a:srgbClr val="000000"/>
                </a:solidFill>
              </a:rPr>
              <a:t>Praćenje performansi Firebase baze podataka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2000">
                <a:highlight>
                  <a:srgbClr val="F8F9FA"/>
                </a:highlight>
              </a:rPr>
              <a:t>Alat za profajliranje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Izveštaj sadrži sledeće kategorije:</a:t>
            </a:r>
            <a:endParaRPr sz="2000">
              <a:highlight>
                <a:srgbClr val="F8F9FA"/>
              </a:highlight>
            </a:endParaRPr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Brzina</a:t>
            </a:r>
            <a:endParaRPr sz="2000">
              <a:highlight>
                <a:srgbClr val="F8F9FA"/>
              </a:highlight>
            </a:endParaRPr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Propusnost</a:t>
            </a:r>
            <a:endParaRPr sz="2000">
              <a:highlight>
                <a:srgbClr val="F8F9FA"/>
              </a:highlight>
            </a:endParaRPr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Neindeksirani upiti</a:t>
            </a:r>
            <a:endParaRPr sz="20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Ograničenja Firebase baze podataka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Globalna ograničenja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Ograničenja vezana za same podatke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Ograničenja za čitanje iz baze podataka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Ograničenja za upis u bazu podataka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71975" y="2208750"/>
            <a:ext cx="8520600" cy="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000"/>
              <a:t>Hvala na pažnji!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